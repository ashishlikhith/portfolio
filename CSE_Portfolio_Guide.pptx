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/>
    <p:restoredTop sz="86410"/>
  </p:normalViewPr>
  <p:slideViewPr>
    <p:cSldViewPr snapToGrid="0" snapToObjects="1">
      <p:cViewPr varScale="1">
        <p:scale>
          <a:sx n="90" d="100"/>
          <a:sy n="90" d="100"/>
        </p:scale>
        <p:origin x="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38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" y="457200"/>
            <a:ext cx="29260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CSE Student /&gt;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blueprint for CSE students to build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portfolio that gets noticed by recruiters.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#WebDev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4206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#Projects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420624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4206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#GitHub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420624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4206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#Internships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420624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206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#OpenSource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33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Header Section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133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About 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5623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92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48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Skills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85623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5623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892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2148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Projects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6151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1518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2907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Experience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6151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1518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907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3741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374136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3666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Certifications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33741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374136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888" y="3666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Achievements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41330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13308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169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" y="44256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Open Source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09160" y="41330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13308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169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18888" y="44256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Contact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  —  Hero Section &amp; About 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 Hero / Header Section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+ professional photo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e.g. 'CSE Student | Full Stack Dev'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personal bio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LinkedIn, Email links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Resume (PDF)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button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About 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line personal introduction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college, year &amp; branch/ schooling (Optional)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goal / what you're pursuing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 or interests (optional)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concise — max 5 lines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Skills Section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0642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Programming Languages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2062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0642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Frameworks &amp; Libraries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52704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/ Flask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71800"/>
            <a:ext cx="42062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2666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Tools &amp; Platforms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44728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2666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44728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Projects  (Most Important Section ⭐)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11480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Project Card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 (bold, catchy)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 (1–2 lines)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 (badges/tags)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/ problem it solves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link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or demo GIF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24128"/>
            <a:ext cx="41148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42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Tips for Projects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3–5 strong projects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live demo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clear README on GitHub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/ video walkthroughs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what problem you solved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full-stack or end-to-end 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quantity always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  —  Experience &amp; Education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51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51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Experience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77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&amp; role title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(e.g. May–Aug 2024)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Internship / Freelance / Part-time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 on the job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key responsibilities or achievements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(if possible)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'If any' — okay to skip if none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51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2519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332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81328"/>
            <a:ext cx="3977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name (B.Tech / B.E. in CSE)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College/University name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passing / current year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or percentage (optional)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coursework: DSA, OS, DBMS, CN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(10th &amp; 12th) — optional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clean and minimal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 / 09  —  Certifications, Achievements &amp; Open Source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24128"/>
            <a:ext cx="2880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24128"/>
            <a:ext cx="28803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Certifications &amp; Courses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697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Coursera / Udemy / Google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or certification name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completion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domain (ML, Web, Cloud)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badges if available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1024128"/>
            <a:ext cx="2880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024128"/>
            <a:ext cx="2880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515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Achievements &amp; Competitions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9272" y="1554480"/>
            <a:ext cx="2697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wins or participation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ratings: LeetCode, CodeForces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College/national level awards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Dean's list or scholarships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Math/science olympiad medals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024128"/>
            <a:ext cx="2880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24128"/>
            <a:ext cx="28803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051560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Open Source Contributions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554480"/>
            <a:ext cx="2697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you have contributed to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 (with links)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solved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earned on your own repos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Optional but impressive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Contact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address (avoid nicknames)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538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490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your GitHub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066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LinkedIn with photo and summary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2642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Country (no full address needed)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821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Contact 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218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embedded form or mailto link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777240"/>
            <a:ext cx="32461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777240"/>
            <a:ext cx="324612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7955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Checklist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1243584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strong projects with live links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downloadable as PDF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working &amp; tested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GitHub repos with READMEs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grammar/spelling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(bonus!)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Ship it. Get hired. 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636</Words>
  <Application>Microsoft Office PowerPoint</Application>
  <PresentationFormat>On-screen Show (16:9)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Student Portfolio Structure</dc:title>
  <dc:subject>PptxGenJS Presentation</dc:subject>
  <dc:creator>PptxGenJS</dc:creator>
  <cp:lastModifiedBy>Manpreet Kaur</cp:lastModifiedBy>
  <cp:revision>2</cp:revision>
  <dcterms:created xsi:type="dcterms:W3CDTF">2026-03-12T03:44:57Z</dcterms:created>
  <dcterms:modified xsi:type="dcterms:W3CDTF">2026-03-12T03:51:58Z</dcterms:modified>
</cp:coreProperties>
</file>